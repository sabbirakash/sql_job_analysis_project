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Inter Black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sabbirakash/SQL_Job_Analysis_Project/blob/main/job_analysis_project_sql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38472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Inroduction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353395"/>
            <a:ext cx="10868745" cy="11198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spc="-3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📊</a:t>
            </a:r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Dive into the data job market! Focusing on data analyst roles, this project explores </a:t>
            </a:r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spc="-3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💰</a:t>
            </a:r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top-paying jobs, </a:t>
            </a:r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spc="-3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🔥</a:t>
            </a:r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in-demand skills, and </a:t>
            </a:r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spc="-3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📈</a:t>
            </a:r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where high demand meets high salary in data analytics.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🔍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SQL queries? Check them out here: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u="sng" spc="-30" kern="0" dirty="0">
                <a:solidFill>
                  <a:srgbClr val="4950B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project_sql folder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3584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Background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004516"/>
            <a:ext cx="10868745" cy="11198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Driven by a quest to navigate the data analyst job market more effectively, this project was born from a desire to pinpoint top-paid and in-demand skills, streamlining others work to find optimal jobs.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It's packed with insights on job titles, salaries, locations, and essential skills.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3407866"/>
            <a:ext cx="10868745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spc="-67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questions I wanted to answer through my SQL queries were: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61475" y="4045744"/>
            <a:ext cx="10868745" cy="1776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1"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are the top-paying data analyst jobs?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skills are required for these top-paying jobs?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skills are most in demand for data analysts?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skills are associated with higher salaries?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5"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are the most optimal skills to learn?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3197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Tools I Used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800648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my deep dive into the data analyst job market, I harnessed the power of several key tools: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3315692"/>
            <a:ext cx="10868745" cy="1710333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SQL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The backbone of my analysis, allowing me to query the database and unearth critical insights.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PostgreSQL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The chosen database management system, ideal for handling the job posting data.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Visual Studio Code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My go-to for database management and executing SQL queries.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Git &amp; GitHub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Essential for version control and sharing my SQL scripts and analysis, ensuring collaboration and project tracking.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64219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Analysis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610868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query for this project aimed at investigating specific aspects of the data analyst job market. Here's how I approached each question: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5866"/>
            <a:ext cx="10868745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spc="-50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1. Top Paying Data Analyst Jobs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661475" y="1054199"/>
            <a:ext cx="10868745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identify the highest-paying roles, I filtered data analyst positions by average yearly salary and location, focusing on remote jobs. This query highlights the high paying opportunities in the field.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90191"/>
            <a:ext cx="6324442" cy="336510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27341" y="1666280"/>
            <a:ext cx="261871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61475" y="5294412"/>
            <a:ext cx="1147833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Here's the breakdown of the top data analyst jobs in 2023: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61475" y="5612408"/>
            <a:ext cx="10868745" cy="669727"/>
          </a:xfrm>
          <a:prstGeom prst="rect">
            <a:avLst/>
          </a:prstGeom>
          <a:noFill/>
          <a:ln/>
        </p:spPr>
        <p:txBody>
          <a:bodyPr wrap="square" lIns="0" tIns="56706" rIns="0" bIns="0" rtlCol="0" anchor="t">
            <a:normAutofit/>
          </a:bodyPr>
          <a:lstStyle/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b="1" spc="-2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Wide Salary Range:</a:t>
            </a:r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Top 10 paying data analyst roles span from $184,000 to $650,000, indicating significant salary potential in the field.</a:t>
            </a:r>
            <a:endParaRPr lang="en-US" sz="1100" dirty="0"/>
          </a:p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b="1" spc="-2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Diverse Employers:</a:t>
            </a:r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Companies like SmartAsset, Meta, and AT&amp;T are among those offering high salaries, showing a broad interest across different industries.</a:t>
            </a:r>
            <a:endParaRPr lang="en-US" sz="1100" dirty="0"/>
          </a:p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b="1" spc="-2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Job Title Variety:</a:t>
            </a:r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There's a high diversity in job titles, from Data Analyst to Director of Analytics, reflecting varied roles and specializations within data analytics.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9239"/>
            <a:ext cx="10868745" cy="260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spc="-49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2. What skills are required for the top-paying data analyst jobs?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61475" y="1043285"/>
            <a:ext cx="10868745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highlight the specific skills required for the highest-paying roles, I joined the top-paying jobs query with the skills data, allowing us to see what technical tools and programming languages top employers are looking for.</a:t>
            </a:r>
            <a:endParaRPr lang="en-US" sz="10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543050"/>
            <a:ext cx="5248838" cy="34723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5130006"/>
            <a:ext cx="11478330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Here's the breakdown of the skills required for the top-paying data analyst jobs: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61475" y="5437188"/>
            <a:ext cx="10868745" cy="841573"/>
          </a:xfrm>
          <a:prstGeom prst="rect">
            <a:avLst/>
          </a:prstGeom>
          <a:noFill/>
          <a:ln/>
        </p:spPr>
        <p:txBody>
          <a:bodyPr wrap="square" lIns="0" tIns="55524" rIns="0" bIns="0" rtlCol="0" anchor="t">
            <a:normAutofit/>
          </a:bodyPr>
          <a:lstStyle/>
          <a:p>
            <a:pPr algn="l" marL="213360" indent="-213360">
              <a:lnSpc>
                <a:spcPct val="116000"/>
              </a:lnSpc>
              <a:buSzPct val="100000"/>
              <a:buChar char="•"/>
            </a:pPr>
            <a:r>
              <a:rPr lang="en-US" sz="1050" b="1" spc="-2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SQL Dominance:</a:t>
            </a:r>
            <a:pPr algn="l" marL="213360" indent="-213360">
              <a:lnSpc>
                <a:spcPct val="116000"/>
              </a:lnSpc>
              <a:buSzPct val="100000"/>
              <a:buChar char="•"/>
            </a:pPr>
            <a:r>
              <a:rPr lang="en-US" sz="105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SQL is requested across nearly every single top-paying role, making it the absolute foundational language for high salaries.</a:t>
            </a:r>
            <a:endParaRPr lang="en-US" sz="1050" dirty="0"/>
          </a:p>
          <a:p>
            <a:pPr algn="l" marL="213360" indent="-213360">
              <a:lnSpc>
                <a:spcPct val="116000"/>
              </a:lnSpc>
              <a:buSzPct val="100000"/>
              <a:buChar char="•"/>
            </a:pPr>
            <a:r>
              <a:rPr lang="en-US" sz="1050" b="1" spc="-2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Programming Proficiency:</a:t>
            </a:r>
            <a:pPr algn="l" marL="213360" indent="-213360">
              <a:lnSpc>
                <a:spcPct val="116000"/>
              </a:lnSpc>
              <a:buSzPct val="100000"/>
              <a:buChar char="•"/>
            </a:pPr>
            <a:r>
              <a:rPr lang="en-US" sz="105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Python and R are heavily featured alongside SQL, highlighting the need for advanced programming and statistical analysis capabilities.</a:t>
            </a:r>
            <a:endParaRPr lang="en-US" sz="1050" dirty="0"/>
          </a:p>
          <a:p>
            <a:pPr algn="l" marL="213360" indent="-213360">
              <a:lnSpc>
                <a:spcPct val="116000"/>
              </a:lnSpc>
              <a:buSzPct val="100000"/>
              <a:buChar char="•"/>
            </a:pPr>
            <a:r>
              <a:rPr lang="en-US" sz="1050" b="1" spc="-2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Visualization and Cloud Tools:</a:t>
            </a:r>
            <a:pPr algn="l" marL="213360" indent="-213360">
              <a:lnSpc>
                <a:spcPct val="116000"/>
              </a:lnSpc>
              <a:buSzPct val="100000"/>
              <a:buChar char="•"/>
            </a:pPr>
            <a:r>
              <a:rPr lang="en-US" sz="105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Tools like Tableau, Excel, and Power BI, alongside cloud and data platforms like Snowflake, Azure, and AWS, are critical components demanded by top employers.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1755"/>
            <a:ext cx="10868745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54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3. What are the most in-demand skills for data analysts?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61475" y="1089223"/>
            <a:ext cx="10868745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identify the most in-demand skills for remote data analyst positions, I queried the job postings by joining them with skill tables, counting the frequency of each skill, and filtering for work-from-home roles. This highlights the tools employers look for most often.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74813"/>
            <a:ext cx="6622984" cy="29275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4742656"/>
            <a:ext cx="11478330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Here's the breakdown of the most in-demand skills for data analysts: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61475" y="5105598"/>
            <a:ext cx="10868745" cy="1200547"/>
          </a:xfrm>
          <a:prstGeom prst="rect">
            <a:avLst/>
          </a:prstGeom>
          <a:noFill/>
          <a:ln/>
        </p:spPr>
        <p:txBody>
          <a:bodyPr wrap="square" lIns="0" tIns="61431" rIns="0" bIns="0" rtlCol="0" anchor="t">
            <a:normAutofit/>
          </a:bodyPr>
          <a:lstStyle/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b="1" spc="-2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SQL Leadership:</a:t>
            </a:r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SQL is the most requested skill by a large margin, appearing in 7,291 remote job postings, cementing its status as a core requirement.</a:t>
            </a:r>
            <a:endParaRPr lang="en-US" sz="1200" dirty="0"/>
          </a:p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b="1" spc="-2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Excel and Python Staples:</a:t>
            </a:r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Traditional spreadsheet skills like Excel (4,611 postings) and programming languages like Python (4,330 postings) follow closely behind as essential daily tools.</a:t>
            </a:r>
            <a:endParaRPr lang="en-US" sz="1200" dirty="0"/>
          </a:p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b="1" spc="-2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Visualization Tools:</a:t>
            </a:r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Business intelligence platforms like Tableau (3,745 postings) and Power BI (2,609 postings) round out the top five, emphasizing the importance of data storytelling and dashboard creation.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4080"/>
            <a:ext cx="10868745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spc="-50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4. What are the top skills based on salary?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661475" y="1052413"/>
            <a:ext cx="10868745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find out which specific skills command the highest average salaries, I calculated the average yearly salary for remote data analyst jobs grouped by skill, focusing on positions with specified salaries.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568847"/>
            <a:ext cx="6210938" cy="3012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4700885"/>
            <a:ext cx="1147833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Here's the breakdown of the top skills based on salary: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61475" y="5018881"/>
            <a:ext cx="10868745" cy="1265039"/>
          </a:xfrm>
          <a:prstGeom prst="rect">
            <a:avLst/>
          </a:prstGeom>
          <a:noFill/>
          <a:ln/>
        </p:spPr>
        <p:txBody>
          <a:bodyPr wrap="square" lIns="0" tIns="56706" rIns="0" bIns="0" rtlCol="0" anchor="t">
            <a:normAutofit/>
          </a:bodyPr>
          <a:lstStyle/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b="1" spc="-2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Big Data and Advanced Processing:</a:t>
            </a:r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PySpark leads the highest-paying skills with an average salary of $208,172, followed closely by cloud and data tools like Databricks ($141,907).</a:t>
            </a:r>
            <a:endParaRPr lang="en-US" sz="1100" dirty="0"/>
          </a:p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b="1" spc="-2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Development and Version Control Tools:</a:t>
            </a:r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Tools commonly utilized in engineering workflows, such as Bitbucket ($189,155) and GitLab ($154,500), appear high on the compensation scale.</a:t>
            </a:r>
            <a:endParaRPr lang="en-US" sz="1100" dirty="0"/>
          </a:p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b="1" spc="-2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Python Ecosystem &amp; Machine Learning:</a:t>
            </a:r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Specialized data science libraries and Python tools like Jupyter ($152,777), Pandas ($151,821), NumPy ($143,513), and scikit-learn ($125,781) command strong premium salaries.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6702"/>
            <a:ext cx="10868745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spc="-33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5. What are the most optimal skills to learn (aka it's in high demand and a high-paying skill)?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61475" y="868362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identify the most optimal skills to learn—those that combine high demand with high average salaries for remote data analyst roles—I combined the demand count and average salary metrics into a single query.</a:t>
            </a:r>
            <a:endParaRPr lang="en-US" sz="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034852"/>
            <a:ext cx="4369782" cy="452030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5608241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Here's the breakdown of the most optimal skills to learn for data analysts: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661475" y="5774730"/>
            <a:ext cx="10868745" cy="486569"/>
          </a:xfrm>
          <a:prstGeom prst="rect">
            <a:avLst/>
          </a:prstGeom>
          <a:noFill/>
          <a:ln/>
        </p:spPr>
        <p:txBody>
          <a:bodyPr wrap="square" lIns="0" tIns="37804" rIns="0" bIns="0" rtlCol="0" anchor="t">
            <a:normAutofit/>
          </a:bodyPr>
          <a:lstStyle/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b="1" spc="-1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High-Demand Core Skills:</a:t>
            </a:r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SQL leads with the highest demand count (398 postings) at an average salary of $97,237, followed closely by Excel (256 postings, $87,288 average salary) and Python (236 postings, $101,397 average salary).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b="1" spc="-1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Strong Visualization Value:</a:t>
            </a:r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Tableau is heavily sought after (230 demand count) with an impressive average salary of $99,288, making data visualization a very balanced choice for career growth.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b="1" spc="-1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Programming and Cloud Premiums:</a:t>
            </a:r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Languages and platforms like R (148 demand count, $100,499 average salary), Power BI (110 demand count, $97,431 average salary), and Snowflake (37 demand count, $112,948 average salary) offer a strategic mix of broad market accessibility and lucrative compensation.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6501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I Learned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833688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Throughout this adventure, I've turbocharged my SQL toolkit with some serious firepower: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3348732"/>
            <a:ext cx="10868745" cy="1644253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spc="-3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🧩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Complex Query Crafting: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Mastered the art of advanced SQL, merging tables like a pro and wielding WITH clauses for ninja-level temp table maneuvers.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spc="-3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📊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Data Aggregation: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Got cozy with GROUP BY and turned aggregate functions like COUNT() and AVG() into my data-summarizing sidekicks.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spc="-3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💡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Analytical Wizardry: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Leveled up my real-world puzzle-solving skills, turning questions into actionable,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3704"/>
            <a:ext cx="10868745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b="1" spc="-103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61475" y="1192411"/>
            <a:ext cx="10868745" cy="326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b="1" spc="-6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Insights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661475" y="1759942"/>
            <a:ext cx="10868745" cy="26347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74320" indent="-274320">
              <a:lnSpc>
                <a:spcPct val="128000"/>
              </a:lnSpc>
              <a:buSzPct val="100000"/>
              <a:buFont typeface="+mj-lt"/>
              <a:buAutoNum type="arabicPeriod" startAt="1"/>
            </a:pPr>
            <a:r>
              <a:rPr lang="en-US" sz="1350" b="1" spc="-2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Top-Paying Data Analyst Jobs:</a:t>
            </a:r>
            <a:pPr algn="l" marL="274320" indent="-274320">
              <a:lnSpc>
                <a:spcPct val="128000"/>
              </a:lnSpc>
              <a:buSzPct val="100000"/>
              <a:buFont typeface="+mj-lt"/>
              <a:buAutoNum type="arabicPeriod" startAt="1"/>
            </a:pPr>
            <a:r>
              <a:rPr lang="en-US" sz="135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highest-paying jobs for data analysts that allow remote work offer a wide range of salaries, with the highest reaching </a:t>
            </a:r>
            <a:pPr algn="l" marL="274320" indent="-274320">
              <a:lnSpc>
                <a:spcPct val="128000"/>
              </a:lnSpc>
              <a:buSzPct val="100000"/>
              <a:buFont typeface="+mj-lt"/>
              <a:buAutoNum type="arabicPeriod" startAt="1"/>
            </a:pPr>
            <a:r>
              <a:rPr lang="en-US" sz="1350" b="1" spc="-2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$650,000</a:t>
            </a:r>
            <a:pPr algn="l" marL="274320" indent="-274320">
              <a:lnSpc>
                <a:spcPct val="128000"/>
              </a:lnSpc>
              <a:buSzPct val="100000"/>
              <a:buFont typeface="+mj-lt"/>
              <a:buAutoNum type="arabicPeriod" startAt="1"/>
            </a:pPr>
            <a:r>
              <a:rPr lang="en-US" sz="135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350" dirty="0"/>
          </a:p>
          <a:p>
            <a:pPr algn="l" marL="274320" indent="-274320">
              <a:lnSpc>
                <a:spcPct val="128000"/>
              </a:lnSpc>
              <a:buSzPct val="100000"/>
              <a:buFont typeface="+mj-lt"/>
              <a:buAutoNum type="arabicPeriod" startAt="2"/>
            </a:pPr>
            <a:r>
              <a:rPr lang="en-US" sz="1350" b="1" spc="-2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Skills for Top-Paying Jobs:</a:t>
            </a:r>
            <a:pPr algn="l" marL="274320" indent="-274320">
              <a:lnSpc>
                <a:spcPct val="128000"/>
              </a:lnSpc>
              <a:buSzPct val="100000"/>
              <a:buFont typeface="+mj-lt"/>
              <a:buAutoNum type="arabicPeriod" startAt="2"/>
            </a:pPr>
            <a:r>
              <a:rPr lang="en-US" sz="135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High-paying data analyst jobs require advanced proficiency in </a:t>
            </a:r>
            <a:pPr algn="l" marL="274320" indent="-274320">
              <a:lnSpc>
                <a:spcPct val="128000"/>
              </a:lnSpc>
              <a:buSzPct val="100000"/>
              <a:buFont typeface="+mj-lt"/>
              <a:buAutoNum type="arabicPeriod" startAt="2"/>
            </a:pPr>
            <a:r>
              <a:rPr lang="en-US" sz="1350" b="1" spc="-2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SQL</a:t>
            </a:r>
            <a:pPr algn="l" marL="274320" indent="-274320">
              <a:lnSpc>
                <a:spcPct val="128000"/>
              </a:lnSpc>
              <a:buSzPct val="100000"/>
              <a:buFont typeface="+mj-lt"/>
              <a:buAutoNum type="arabicPeriod" startAt="2"/>
            </a:pPr>
            <a:r>
              <a:rPr lang="en-US" sz="135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suggesting it's a critical skill for earning a top salary.</a:t>
            </a:r>
            <a:endParaRPr lang="en-US" sz="1350" dirty="0"/>
          </a:p>
          <a:p>
            <a:pPr algn="l" marL="274320" indent="-274320">
              <a:lnSpc>
                <a:spcPct val="128000"/>
              </a:lnSpc>
              <a:buSzPct val="100000"/>
              <a:buFont typeface="+mj-lt"/>
              <a:buAutoNum type="arabicPeriod" startAt="3"/>
            </a:pPr>
            <a:r>
              <a:rPr lang="en-US" sz="1350" b="1" spc="-2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Most In-Demand Skills:</a:t>
            </a:r>
            <a:pPr algn="l" marL="274320" indent="-274320">
              <a:lnSpc>
                <a:spcPct val="128000"/>
              </a:lnSpc>
              <a:buSzPct val="100000"/>
              <a:buFont typeface="+mj-lt"/>
              <a:buAutoNum type="arabicPeriod" startAt="3"/>
            </a:pPr>
            <a:r>
              <a:rPr lang="en-US" sz="135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marL="274320" indent="-274320">
              <a:lnSpc>
                <a:spcPct val="128000"/>
              </a:lnSpc>
              <a:buSzPct val="100000"/>
              <a:buFont typeface="+mj-lt"/>
              <a:buAutoNum type="arabicPeriod" startAt="3"/>
            </a:pPr>
            <a:r>
              <a:rPr lang="en-US" sz="1350" b="1" spc="-2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SQL</a:t>
            </a:r>
            <a:pPr algn="l" marL="274320" indent="-274320">
              <a:lnSpc>
                <a:spcPct val="128000"/>
              </a:lnSpc>
              <a:buSzPct val="100000"/>
              <a:buFont typeface="+mj-lt"/>
              <a:buAutoNum type="arabicPeriod" startAt="3"/>
            </a:pPr>
            <a:r>
              <a:rPr lang="en-US" sz="135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also the most demanded skill in the data analyst job market, making it essential for job seekers.</a:t>
            </a:r>
            <a:endParaRPr lang="en-US" sz="1350" dirty="0"/>
          </a:p>
          <a:p>
            <a:pPr algn="l" marL="274320" indent="-274320">
              <a:lnSpc>
                <a:spcPct val="128000"/>
              </a:lnSpc>
              <a:buSzPct val="100000"/>
              <a:buFont typeface="+mj-lt"/>
              <a:buAutoNum type="arabicPeriod" startAt="4"/>
            </a:pPr>
            <a:r>
              <a:rPr lang="en-US" sz="1350" b="1" spc="-2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Skills with Higher Salaries:</a:t>
            </a:r>
            <a:pPr algn="l" marL="274320" indent="-274320">
              <a:lnSpc>
                <a:spcPct val="128000"/>
              </a:lnSpc>
              <a:buSzPct val="100000"/>
              <a:buFont typeface="+mj-lt"/>
              <a:buAutoNum type="arabicPeriod" startAt="4"/>
            </a:pPr>
            <a:r>
              <a:rPr lang="en-US" sz="135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Specialized skills, such as </a:t>
            </a:r>
            <a:pPr algn="l" marL="274320" indent="-274320">
              <a:lnSpc>
                <a:spcPct val="128000"/>
              </a:lnSpc>
              <a:buSzPct val="100000"/>
              <a:buFont typeface="+mj-lt"/>
              <a:buAutoNum type="arabicPeriod" startAt="4"/>
            </a:pPr>
            <a:r>
              <a:rPr lang="en-US" sz="1350" b="1" spc="-2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SVN</a:t>
            </a:r>
            <a:pPr algn="l" marL="274320" indent="-274320">
              <a:lnSpc>
                <a:spcPct val="128000"/>
              </a:lnSpc>
              <a:buSzPct val="100000"/>
              <a:buFont typeface="+mj-lt"/>
              <a:buAutoNum type="arabicPeriod" startAt="4"/>
            </a:pPr>
            <a:r>
              <a:rPr lang="en-US" sz="135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algn="l" marL="274320" indent="-274320">
              <a:lnSpc>
                <a:spcPct val="128000"/>
              </a:lnSpc>
              <a:buSzPct val="100000"/>
              <a:buFont typeface="+mj-lt"/>
              <a:buAutoNum type="arabicPeriod" startAt="4"/>
            </a:pPr>
            <a:r>
              <a:rPr lang="en-US" sz="1350" b="1" spc="-2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Solidity</a:t>
            </a:r>
            <a:pPr algn="l" marL="274320" indent="-274320">
              <a:lnSpc>
                <a:spcPct val="128000"/>
              </a:lnSpc>
              <a:buSzPct val="100000"/>
              <a:buFont typeface="+mj-lt"/>
              <a:buAutoNum type="arabicPeriod" startAt="4"/>
            </a:pPr>
            <a:r>
              <a:rPr lang="en-US" sz="135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are associated with the highest average salaries, indicating a premium on niche expertise.</a:t>
            </a:r>
            <a:endParaRPr lang="en-US" sz="1350" dirty="0"/>
          </a:p>
          <a:p>
            <a:pPr algn="l" marL="274320" indent="-274320">
              <a:lnSpc>
                <a:spcPct val="128000"/>
              </a:lnSpc>
              <a:buSzPct val="100000"/>
              <a:buFont typeface="+mj-lt"/>
              <a:buAutoNum type="arabicPeriod" startAt="5"/>
            </a:pPr>
            <a:r>
              <a:rPr lang="en-US" sz="1350" b="1" spc="-2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Optimal Skills for Job Market Value:</a:t>
            </a:r>
            <a:pPr algn="l" marL="274320" indent="-274320">
              <a:lnSpc>
                <a:spcPct val="128000"/>
              </a:lnSpc>
              <a:buSzPct val="100000"/>
              <a:buFont typeface="+mj-lt"/>
              <a:buAutoNum type="arabicPeriod" startAt="5"/>
            </a:pPr>
            <a:r>
              <a:rPr lang="en-US" sz="135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marL="274320" indent="-274320">
              <a:lnSpc>
                <a:spcPct val="128000"/>
              </a:lnSpc>
              <a:buSzPct val="100000"/>
              <a:buFont typeface="+mj-lt"/>
              <a:buAutoNum type="arabicPeriod" startAt="5"/>
            </a:pPr>
            <a:r>
              <a:rPr lang="en-US" sz="1350" b="1" spc="-2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SQL</a:t>
            </a:r>
            <a:pPr algn="l" marL="274320" indent="-274320">
              <a:lnSpc>
                <a:spcPct val="128000"/>
              </a:lnSpc>
              <a:buSzPct val="100000"/>
              <a:buFont typeface="+mj-lt"/>
              <a:buAutoNum type="arabicPeriod" startAt="5"/>
            </a:pPr>
            <a:r>
              <a:rPr lang="en-US" sz="135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leads in both demand and high-paying opportunities, positioning it as one of the most valuable skills for data analysts looking to maximize their career potential.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61475" y="4635599"/>
            <a:ext cx="10868745" cy="326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b="1" spc="-6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Closing Thoughts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661475" y="5203130"/>
            <a:ext cx="10868745" cy="1071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project enhanced my SQL skills and provided valuable insights into the data analyst job market. The findings from the analysis serve as a guide for prioritizing skill development and job search efforts. Aspiring data analysts can better position themselves in a competitive job market by focusing on high-demand, high-salary skills. This exploration also highlights the importance of continuous learning and adapting to emerging trends in the field of data analytics.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4950BC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2026-08-21T22:05:37Z</dcterms:created>
  <dcterms:modified xsi:type="dcterms:W3CDTF">2026-08-21T22:05:37Z</dcterms:modified>
</cp:coreProperties>
</file>